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7704E-03EF-4797-8DF7-AFF1EFD87A9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1D1E9-7301-460C-B5A1-ABA2F205B94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800" b="1">
                <a:solidFill>
                  <a:srgbClr val="184E77"/>
                </a:solidFill>
                <a:latin typeface="Aptos Display"/>
              </a:rPr>
              <a:t>INTERNSHIP</a:t>
            </a:r>
            <a:endParaRPr sz="2800" b="1">
              <a:solidFill>
                <a:srgbClr val="184E77"/>
              </a:solidFill>
              <a:latin typeface="Aptos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/>
          </a:bodyPr>
          <a:lstStyle/>
          <a:p>
            <a:pPr>
              <a:spcAft>
                <a:spcPts val="700"/>
              </a:spcAft>
            </a:pPr>
            <a:r>
              <a:rPr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 Review</a:t>
            </a:r>
            <a:endParaRPr sz="4800" b="1">
              <a:solidFill>
                <a:srgbClr val="184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GADIKOTA SHARATH KUMAR REDDY</a:t>
            </a:r>
            <a:endParaRPr sz="4800" b="1">
              <a:solidFill>
                <a:srgbClr val="184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25MTRVE00</a:t>
            </a:r>
            <a:r>
              <a:rPr lang="en-US"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4800" b="1">
              <a:solidFill>
                <a:srgbClr val="184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Sem</a:t>
            </a:r>
            <a:endParaRPr sz="4800" b="1">
              <a:solidFill>
                <a:srgbClr val="184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4800" b="1">
                <a:solidFill>
                  <a:srgbClr val="184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Jain University</a:t>
            </a:r>
            <a:endParaRPr sz="4800" b="1">
              <a:solidFill>
                <a:srgbClr val="184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475" y="6333363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184E77"/>
                </a:solidFill>
                <a:latin typeface="Aptos Display"/>
              </a:rPr>
              <a:t>GADIKOTA SHARATH KUMAR REDDY  |  Week 3 Review  |  1</a:t>
            </a:r>
            <a:endParaRPr sz="2800" b="1">
              <a:solidFill>
                <a:srgbClr val="184E77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916" y="365125"/>
            <a:ext cx="10586884" cy="991727"/>
          </a:xfrm>
        </p:spPr>
        <p:txBody>
          <a:bodyPr>
            <a:normAutofit fontScale="90000"/>
          </a:bodyPr>
          <a:lstStyle/>
          <a:p>
            <a:pPr>
              <a:spcAft>
                <a:spcPts val="700"/>
              </a:spcAft>
            </a:pPr>
            <a:r>
              <a:rPr lang="en-IN" sz="2200" b="1" dirty="0">
                <a:solidFill>
                  <a:srgbClr val="184E77"/>
                </a:solidFill>
                <a:latin typeface="Aptos"/>
              </a:rPr>
              <a:t>Day 1 – </a:t>
            </a:r>
            <a:r>
              <a:rPr lang="en-IN" sz="2200" b="1" dirty="0" err="1">
                <a:solidFill>
                  <a:srgbClr val="184E77"/>
                </a:solidFill>
                <a:latin typeface="Aptos"/>
              </a:rPr>
              <a:t>KiCad</a:t>
            </a:r>
            <a:r>
              <a:rPr lang="en-IN" sz="2200" b="1" dirty="0">
                <a:solidFill>
                  <a:srgbClr val="184E77"/>
                </a:solidFill>
                <a:latin typeface="Aptos"/>
              </a:rPr>
              <a:t> Schematic Review &amp; Connection Verification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4" y="1238865"/>
            <a:ext cx="10685206" cy="4938098"/>
          </a:xfrm>
        </p:spPr>
        <p:txBody>
          <a:bodyPr>
            <a:normAutofit fontScale="85000" lnSpcReduction="20000"/>
          </a:bodyPr>
          <a:lstStyle/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AXP2101 Schematic: Reviewed the AXP2101 pin-level connections and surrounding power circuitry.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ESP32-S3 Schematic: Reviewed the ESP32-S3 pins and required circuit connections.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J2 13-Pin Connector: Connected and reviewed the required signals of the J2 connector step by step.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SPI Flash Interface: Reviewed the ESP32-S3 SPI Flash signals and their connections.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USB &amp; Clock Circuit: Verified USB D−/D+ connections, resistors, crystal, and associated capacitors.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CHIP_PU &amp; Power Connections: Reviewed the reset/pull-up circuit along with +3V3 and GND connections. 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700"/>
              </a:spcAft>
            </a:pPr>
            <a:r>
              <a:rPr lang="en-IN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Combined Schematic Verification: Checked the AXP2101 and ESP32-S3 sections together; remaining connectivity verification and ERC/DRC checking are in progress.</a:t>
            </a:r>
            <a:endParaRPr lang="en-IN"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2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– FPGA Basics &amp; Verilog Implementation</a:t>
            </a:r>
            <a:endParaRPr sz="2200" b="1" dirty="0">
              <a:solidFill>
                <a:srgbClr val="184E7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Reviewed FPGA architecture and programmable logic resources.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Worked with the Gowin GW1NSR-4C FPGA used on the T-FPGA board.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Created a Gowin FPGA project using Gowin EDA V1.9.12.03.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Selected device: GW1NSR-LV4CQN48PC6/I5.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Created a basic Verilog design for FPGA output testing.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Configured FPGA I/O pin assignments using the Floor</a:t>
            </a:r>
            <a:r>
              <a:rPr lang="en-US"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Planner.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Generated the FPGA bitstream and programmed the board using the Gowin USB Cable.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Verified the FPGA hardware output on the T-FPGA board.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3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– PLL &amp; Frequency Detection</a:t>
            </a:r>
            <a:endParaRPr sz="2200" b="1" dirty="0">
              <a:solidFill>
                <a:srgbClr val="184E7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Studied practical clock generation and frequency-detection implementation.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Worked with the Gowin IP Core Generator.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Generated the PLLVR IP for the GW1NSR-4C FPGA.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Configured the PLL with 27 MHz input clock and 54 MHz output clock.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Integrated the generated PLL module into the Verilog design.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Completed synthesis, Place &amp; Route and bitstream generation.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Programmed the FPGA and verified the implemented design on hardware.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4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– Cortex-M3 &amp; FPGA Communication</a:t>
            </a:r>
            <a:endParaRPr sz="2200" b="1" dirty="0">
              <a:solidFill>
                <a:srgbClr val="184E7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Worked with the embedded Cortex-M3 processor in the GW1NSR-4C EMPU.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Installed and used Gowin MCU Designer (GMD) and the Gowin EMPU reference software.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Imported and built the cm3_demo reference project.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Enabled the AHB2 Master demonstration in the software project.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Developed Cortex-M3 firmware to access the FPGA register space at 0xA0000000.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Built the firmware successfully with 0 errors and 0 warnings.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Generated cm3_demo.bin and programmed it together with the FPGA bitstream.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Integrated AHB2 Master signals with FPGA-side register logic and verified the programmed hardware.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5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– ESP32-S3 Wi-Fi &amp; T-FPGA Web Interface</a:t>
            </a:r>
            <a:endParaRPr sz="2200" b="1" dirty="0">
              <a:solidFill>
                <a:srgbClr val="184E7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Configured the ESP32-S3 using Arduino IDE 2.3.10.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Selected ESP32S3 Dev Module and uploaded the Wi-Fi/web-server program.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Configured the ESP32-S3 as a Wi-Fi Access Point named TFPGA_DAY4.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Implemented a web server to display T-FPGA status in a browser.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Connected FPGA communication data lines to ESP32-S3 GPIO inputs.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Displayed D0, D1, D2, D3 and the combined FPGA value on the webpage.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Built the Cortex-M3 firmware and enabled AHB2 Master in the FPGA EMPU configuration.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Completed FPGA synthesis, Place &amp; Route and programming using Gowin Programmer.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Final browser verification showed the communication fields, with further non-zero data-transfer verification remaining.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6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200" b="1" dirty="0">
                <a:solidFill>
                  <a:srgbClr val="184E7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WEEK 3 – Overall Progress</a:t>
            </a:r>
            <a:endParaRPr sz="2200" b="1" dirty="0">
              <a:solidFill>
                <a:srgbClr val="184E7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Completed practical FPGA development and programming using Gowin EDA.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Implemented and tested a PLL-based clock-generation stage.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Worked with the GW1NSR-4C embedded Cortex-M3 and AHB2 Master interface.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Built Cortex-M3 firmware using Gowin MCU Designer.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Integrated FPGA-side register logic with the Cortex-M3 AHB2 interface.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Configured ESP32-S3 Wi-Fi and implemented a browser-based T-FPGA status interface.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Established the ESP32-S3 FPGA communication GPIO path.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sz="1800" dirty="0">
                <a:solidFill>
                  <a:srgbClr val="1F29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Completed the main Week 3 implementation stages and identified the remaining communication verification work.</a:t>
            </a:r>
            <a:endParaRPr sz="1800" dirty="0">
              <a:solidFill>
                <a:srgbClr val="1F2937"/>
              </a:solidFill>
              <a:latin typeface="Apto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ptos"/>
              </a:rPr>
              <a:t>GADIKOTA SHARATH KUMAR REDDY  |  Week 3 Review  |  7</a:t>
            </a:r>
            <a:endParaRPr sz="80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2683" y="2644877"/>
            <a:ext cx="6032091" cy="875071"/>
          </a:xfrm>
        </p:spPr>
        <p:txBody>
          <a:bodyPr>
            <a:norm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US" sz="3000" b="1" dirty="0">
                <a:solidFill>
                  <a:srgbClr val="184E77"/>
                </a:solidFill>
                <a:latin typeface="Aptos Display"/>
              </a:rPr>
              <a:t>           THANK YOU</a:t>
            </a:r>
            <a:endParaRPr lang="en-IN" sz="5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073013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184E77"/>
                </a:solidFill>
                <a:latin typeface="Aptos Display"/>
              </a:rPr>
              <a:t>GADIKOTA SHARATH KUMAR REDDY  |  Week 3 Review  |  8</a:t>
            </a:r>
            <a:endParaRPr sz="3000" b="1">
              <a:solidFill>
                <a:srgbClr val="184E77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4158</Words>
  <Application>WPS Presentation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Aptos Display</vt:lpstr>
      <vt:lpstr>Segoe UI Variable Display</vt:lpstr>
      <vt:lpstr>Aptos</vt:lpstr>
      <vt:lpstr>Segoe UI</vt:lpstr>
      <vt:lpstr>Aptos</vt:lpstr>
      <vt:lpstr>Times New Roman</vt:lpstr>
      <vt:lpstr>Calibri</vt:lpstr>
      <vt:lpstr>Microsoft YaHei</vt:lpstr>
      <vt:lpstr>Arial Unicode MS</vt:lpstr>
      <vt:lpstr>Calibri Light</vt:lpstr>
      <vt:lpstr>Office Theme</vt:lpstr>
      <vt:lpstr>INTERNSHIP</vt:lpstr>
      <vt:lpstr>Day 1 – KiCad Schematic Review &amp; Connection Verification </vt:lpstr>
      <vt:lpstr>DAY 2 – FPGA Basics &amp; Verilog Implementation</vt:lpstr>
      <vt:lpstr>DAY 3 – PLL &amp; Frequency Detection</vt:lpstr>
      <vt:lpstr>DAY 4 – Cortex-M3 &amp; FPGA Communication</vt:lpstr>
      <vt:lpstr>DAY 5 – ESP32-S3 Wi-Fi &amp; T-FPGA Web Interface</vt:lpstr>
      <vt:lpstr>WEEK 3 – Overall Progress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chandrashekar kaluva</dc:creator>
  <cp:lastModifiedBy>Sharath Kumar Reddy Gadikota</cp:lastModifiedBy>
  <cp:revision>15</cp:revision>
  <dcterms:created xsi:type="dcterms:W3CDTF">2026-08-29T06:59:00Z</dcterms:created>
  <dcterms:modified xsi:type="dcterms:W3CDTF">2026-09-06T08:57:40Z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87A91B0D95EE4BA1B935A4A192B5CE7B_13</vt:lpwstr>
  </property>
  <property fmtid="{D5CDD505-2E9C-101B-9397-08002B2CF9AE}" pid="3" name="KSOProductBuildVer">
    <vt:lpwstr>1033-12.1.0.28032</vt:lpwstr>
  </property>
</Properties>
</file>